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4200" b="1">
                <a:solidFill>
                  <a:srgbClr val="1F6FEB"/>
                </a:solidFill>
                <a:latin typeface="微软雅黑"/>
              </a:defRPr>
            </a:pPr>
            <a:r>
              <a:t>基于 SDN 与机器学习的</a:t>
            </a:r>
            <a:br/>
            <a:r>
              <a:t>智能流量分类系统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0">
                <a:solidFill>
                  <a:srgbClr val="6B727A"/>
                </a:solidFill>
                <a:latin typeface="微软雅黑"/>
              </a:defRPr>
            </a:pPr>
            <a:r>
              <a:t>未来网络技术课程实践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566160"/>
            <a:ext cx="2560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微软雅黑"/>
              </a:defRPr>
            </a:pPr>
            <a:r>
              <a:t>姓名：XXX    学号：XXX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600" b="0">
                <a:solidFill>
                  <a:srgbClr val="6B727A"/>
                </a:solidFill>
                <a:latin typeface="微软雅黑"/>
              </a:defRPr>
            </a:pPr>
            <a:r>
              <a:t>指导老师：朱轶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0">
                <a:solidFill>
                  <a:srgbClr val="6B727A"/>
                </a:solidFill>
                <a:latin typeface="微软雅黑"/>
              </a:defRPr>
            </a:pPr>
            <a:r>
              <a:t>江苏大学    未来网络技术课程实践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2600" b="1">
                <a:solidFill>
                  <a:srgbClr val="1F6FEB"/>
                </a:solidFill>
                <a:latin typeface="微软雅黑"/>
              </a:defRPr>
            </a:pPr>
            <a:r>
              <a:t>作品简介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2011680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微软雅黑"/>
              </a:defRPr>
            </a:pPr>
            <a:r>
              <a:t>用 Mininet 搭建 SDN 网络，Ryu 控制器通过 OpenFlow 采集 OVS 端口统计，调用独立的 AI 微服务实时识别流量类型（视频/网页/下载），并自动下发 QoS 策略。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49039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3529583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系统架构与技术栈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529583" cy="1920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数据层 · Mininet 2.3.0 + OVS 2.17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4主机+1交换机, MAC自学习L2转发(无路由), 子网10.0.0.0/24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控制层 · Ryu 4.34 + OpenFlow 1.3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L2转发 · 每2s采集PortStats · 提取10维特征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AI层 · Random Forest + Flask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200棵树, &lt;1ms推理, 独立微服务(端口5001)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流量 · Python socket UDP + curl + wget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三种协议特征 · 收发比区分 · 混合方案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架构: OVS → Ryu → HTTP POST → Flask → predict()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符合工业界 SDN两层分离 + AI微服务解耦模式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749039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517904"/>
            <a:ext cx="3529583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流量产生与 10 维特征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55648"/>
            <a:ext cx="3529583" cy="1920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h1 · Python socket UDP → h4:9999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1200B/包, ~200pps, 无回包 → 收发比≈∞   → video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h2 · curl 间歇 HTTP → h4:8000/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550B/包, ~30pps, TCP双向 → 收发比≈1.3 → web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h3 · wget 下载 → h4:8000/download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小ACK + 海量tx数据 → 收发比≈0.19 → download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输入 10 维特征 (全部来自 PortStatsReply 差值):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rx/tx 包数 · rx/tx 字节 · 包速率 · 字节速率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平均包大小 · tx包速率 · 采集间隔 · 收发比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核心洞察: OVS 只看到包数/字节数/收发比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AI 不关心你用 curl 还是 socket，只看底层指标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347472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1517904"/>
            <a:ext cx="3255263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AI 模型 ·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1755648"/>
            <a:ext cx="3255263" cy="1920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结构: 200棵树, max_depth=15, 投票决定分类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训练: scikit-learn, CPU 秒级完成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推理: pickle加载, &lt;1ms, 不需要GPU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与老师案例 (ResNet-1D) 对比: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RF(我们)       |  ResNet(案例)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10维流统计      |  原始数据包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&lt;1ms, CPU      |  需GPU加速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Flask微服务     |  Jupyter离线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在线实时系统     |  离线高精度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侧重: 在线+实时+系统集成，非纯模型精度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86783"/>
            <a:ext cx="1102766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87D34"/>
                </a:solidFill>
                <a:latin typeface="微软雅黑"/>
              </a:defRPr>
            </a:pPr>
            <a:r>
              <a:t>实验结果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224528"/>
            <a:ext cx="11027664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连通性: 0% 丢包 (4主机互通)    |    AI 分类: 3/3 正确 (视频100%·网页95%·下载98%)    |    AI API: 累计 65 次 HTTP 请求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对比实验: 纯L2模式下 0/3识别·0次API·无QoS  →  有AI后 3/3识别·65次API·视频VIP/网页MED/下载LOW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5486400" cy="155448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084064"/>
            <a:ext cx="526694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AI 为什么在控制层 (不在数据层)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8"/>
            <a:ext cx="5266944" cy="11887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数据层 (OVS): C语言转发引擎, 不能运行Python/sklearn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· 只做两件事: 匹配流表转发 · 提供端口计数器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控制层 (Ryu): 全局视野 + 编程能力, 适合跑AI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· AI从嵌入式升级为独立Flask进程: 松耦合 · 可替换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· curl就能验证: POST /predict 返回JSON分类结果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· requests_served 计数器追踪每次真实API调用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029200"/>
            <a:ext cx="5486400" cy="155448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5084064"/>
            <a:ext cx="526694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核心代码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321808"/>
            <a:ext cx="5266944" cy="11887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# Ryu 控制器每2秒采集端口统计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features = [rx_pkts, rx_bytes, tx_pkts, tx_bytes,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         pkt_rate, byte_rate, avg_pkt_size,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         tx_pkt_rate, dt*1000, rx_pkts/max(tx_pkts,1)]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# 通过 HTTP 调用 AI 推理服务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r = requests.post("http://127.0.0.1:5001/predict",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                json={"features": features})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cls = r.json()["class"]  # → video/web/download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2600" b="1">
                <a:solidFill>
                  <a:srgbClr val="1F6FEB"/>
                </a:solidFill>
                <a:latin typeface="微软雅黑"/>
              </a:defRPr>
            </a:pPr>
            <a:r>
              <a:t>作品目标问题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2011680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6459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102766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D1242F"/>
                </a:solidFill>
                <a:latin typeface="微软雅黑"/>
              </a:defRPr>
            </a:pPr>
            <a:r>
              <a:t>问题 1：传统网络不知道自己上面在跑什么类型的流量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27664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传统交换机（纯 L2 转发）能根据 MAC 地址正确转发数据包，但对每个端口传输什么类型的流量一无所知。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视频流（UDP 大包高频）和文件下载（TCP 大流量）在交换机眼里完全一样——都是「包」。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没有类型感知能力 → 网络只能做无差别转发 → 无法为关键业务提供服务质量保障。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对比: 纯 L2 模式下 OVS 流表只有 table-miss + MAC 转发规则 · 0 端口被识别 · 0 次 AI API 调用 · 无 ANY QoS 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16459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80944"/>
            <a:ext cx="1102766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D1242F"/>
                </a:solidFill>
                <a:latin typeface="微软雅黑"/>
              </a:defRPr>
            </a:pPr>
            <a:r>
              <a:t>问题 2：AI 应该放在 SDN 架构的哪一层？如何设计松耦合的集成方案？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18688"/>
            <a:ext cx="11027664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数据层的 OVS 交换机是 C 语言转发引擎，不能运行 Python、不能加载 scikit-learn 模型。AI 只能放在控制层。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但如果把 AI 直接嵌入 Ryu（进程内 pickle.load + .predict()），会形成紧耦合——换模型就需要改控制器代码。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而且嵌入式的 AI 无法被独立验证——老师没法用标准工具（curl）直接测试它是不是真实在运行。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需要回答: AI 服务如何独立部署？Ryu 如何通过网络调用？如何用 curl 就能验证 AI 的每次推理都是真实发生的？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809744"/>
            <a:ext cx="1102766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D1242F"/>
                </a:solidFill>
                <a:latin typeface="微软雅黑"/>
              </a:defRPr>
            </a:pPr>
            <a:r>
              <a:t>问题 3：如何证明 AI 真的有效？——需要一个严格的对照实验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47488"/>
            <a:ext cx="11027664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主观说「AI 能分类」没有说服力。需要一个对照实验：同一 Mininet 拓扑、完全相同的三种流量，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唯一的变量是控制器有没有加载 AI（其他完全不变）。Phase 1 跑纯 L2 控制器（ryu_l2_only.py，仅 55 行代码），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Phase 2 跑 AI 控制器（ryu_qos_ai.py + ai_server.py）。对比指标：流量识别端口数、AI API 调用次数、QoS 策略是否生效。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同时 AI API 必须可独立调用——用 curl POST 发特征向量，直接拿到 JSON 分类结果和 request_id 计数器。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微软雅黑"/>
              </a:defRPr>
            </a:pPr>
            <a:r>
              <a:t>预期: Phase 1 全部为 0 · Phase 2 3/3 识别正确——量化的对比结论比任何主观描述都有说服力。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2600" b="1">
                <a:solidFill>
                  <a:srgbClr val="1F6FEB"/>
                </a:solidFill>
                <a:latin typeface="微软雅黑"/>
              </a:defRPr>
            </a:pPr>
            <a:r>
              <a:t>解决思路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2011680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57784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5358383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方案 1：混合流量方案 + 收发比特征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5358383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三种工具 → 三种协议特征 → 收发比 (rx/tx) 区分: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h1 Python socket UDP → 收发比≈∞ (无回包)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大包(1200B)·高频(~200pps)·UDP单向 → 判定为 video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h2 curl 间歇 HTTP → 收发比≈1 (双向均衡)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中包(550B)·间歇(~30pps)·TCP双向 → 判定为 web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h3 wget 持续下载 → 收发比≈0.19 (tx&gt;&gt;rx)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客户端ACK(64B)+服务器数据(1400B)·TCP单向 → download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输入: 10 维特征（全部来自 OVS PortStatsReply 差值）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包速率、字节速率、平均包大小、收发比、采集间隔…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核心洞察: 不管上层用 curl/wget/socket，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只看交换机端口统计的底层指标，不关心工具类型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48640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060704"/>
            <a:ext cx="526694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方案 2：AI 在控制层 + 独立微服务架构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298448"/>
            <a:ext cx="5266944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放在控制层（不是数据层），这是 SDN 的正确设计: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数据层 (OVS) — 不能做 AI: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C 语言转发引擎，不能运行 Python/scikit-learn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职责: 匹配流表转发 + 提供端口计数器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控制层 (Ryu) — AI 推理在这里: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全局视野·Python 编程·毫秒级推理·2s 采集周期够用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拆为独立 Flask 微服务 (端口 5001):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Ryu → HTTP POST → Flask → predict() → JSON 结果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好处: 换模型只改 Flask·控制器代码不动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curl 直接测 AI·证明不是嵌在控制器里的假模块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符合工业界 ONOS + 独立 ML 集群的架构模式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57784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803903"/>
            <a:ext cx="5358383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方案 3：对照组实验 — 量化证明 AI 的价值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358383" cy="2164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同一拓扑 + 同一流量 · 唯一变量: 控制器有没有 AI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Phase 1 — 纯 L2 (ryu_l2_only.py, 仅 55 行代码):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MAC学习+L2转发 · 无统计采集 · 不调AI · 无QoS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OVS流表: 仅 table-miss + MAC转发规则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结果:  0/3 端口识别 · 0 次 API · 无 QoS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Phase 2 — AI (ryu_qos_ai.py + ai_server.py):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每2s采集OVS端口统计·10维特征·HTTP→AI→分类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结果:  3/3 端口识别 · 60+ 次 API · VIP/MED/LOW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309360" y="3749039"/>
            <a:ext cx="548640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D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803903"/>
            <a:ext cx="5266944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微软雅黑"/>
              </a:defRPr>
            </a:pPr>
            <a:r>
              <a:t>方案 4：AI 可独立验证 — 不是黑盒子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041648"/>
            <a:ext cx="5266944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AI 推理服务是独立的 Flask 进程 (端口 5001)，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任何人都可以用 curl 直接测试它: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curl -X POST http://127.0.0.1:5001/predict \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-H "Content-Type: application/json" \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-d '{"features":[400,480000,3,192,180,192000,1200,1.5,2000,100]}'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→ {"class":"video","confidence":1.0,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 "probabilities":{"video":1.0,"web":0.0,"download":0.0},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 "request_id":85}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关键设计: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requests_served 计数器每调一次 +1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curl 就能验证 → AI 不是假模块，每次推理都是真实的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Flask 独立进程，松耦合 → 换模型不改控制器一行代码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微软雅黑"/>
              </a:defRPr>
            </a:pPr>
            <a:r>
              <a:t>  这就是工业界「控制器 + 独立 ML 推理」的部署模式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4257</Words>
  <Application>WPS 演示</Application>
  <PresentationFormat>On-screen Show (4:3)</PresentationFormat>
  <Paragraphs>182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汉仪旗黑</vt:lpstr>
      <vt:lpstr>汉仪书宋二KW</vt:lpstr>
      <vt:lpstr>Calibri</vt:lpstr>
      <vt:lpstr>Helvetica Neue</vt:lpstr>
      <vt:lpstr>宋体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wenzhiyuan</cp:lastModifiedBy>
  <cp:revision>2</cp:revision>
  <dcterms:created xsi:type="dcterms:W3CDTF">2026-07-04T06:26:16Z</dcterms:created>
  <dcterms:modified xsi:type="dcterms:W3CDTF">2026-07-04T06:26:16Z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EC8C584FC29E2B5C88A7486A051F6BF2_42</vt:lpwstr>
  </property>
  <property fmtid="{D5CDD505-2E9C-101B-9397-08002B2CF9AE}" pid="3" name="KSOProductBuildVer">
    <vt:lpwstr>2052-12.1.24031.24031</vt:lpwstr>
  </property>
</Properties>
</file>